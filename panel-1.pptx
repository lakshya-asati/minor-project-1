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80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ya Asati" userId="d1b6aaae16d5d66c" providerId="LiveId" clId="{9FA11CD9-C934-4AEB-8BC0-369F230C892D}"/>
    <pc:docChg chg="undo redo custSel modSld">
      <pc:chgData name="Lakshya Asati" userId="d1b6aaae16d5d66c" providerId="LiveId" clId="{9FA11CD9-C934-4AEB-8BC0-369F230C892D}" dt="2026-09-11T11:36:17.244" v="463" actId="478"/>
      <pc:docMkLst>
        <pc:docMk/>
      </pc:docMkLst>
      <pc:sldChg chg="addSp delSp modSp mod">
        <pc:chgData name="Lakshya Asati" userId="d1b6aaae16d5d66c" providerId="LiveId" clId="{9FA11CD9-C934-4AEB-8BC0-369F230C892D}" dt="2026-09-10T06:08:53.558" v="358" actId="1076"/>
        <pc:sldMkLst>
          <pc:docMk/>
          <pc:sldMk cId="0" sldId="256"/>
        </pc:sldMkLst>
        <pc:spChg chg="add">
          <ac:chgData name="Lakshya Asati" userId="d1b6aaae16d5d66c" providerId="LiveId" clId="{9FA11CD9-C934-4AEB-8BC0-369F230C892D}" dt="2026-09-07T09:00:26.730" v="72" actId="22"/>
          <ac:spMkLst>
            <pc:docMk/>
            <pc:sldMk cId="0" sldId="256"/>
            <ac:spMk id="28" creationId="{8A9171E9-1893-AF73-B033-FDCF8E13CB6F}"/>
          </ac:spMkLst>
        </pc:spChg>
        <pc:spChg chg="add mod">
          <ac:chgData name="Lakshya Asati" userId="d1b6aaae16d5d66c" providerId="LiveId" clId="{9FA11CD9-C934-4AEB-8BC0-369F230C892D}" dt="2026-09-10T06:08:37.862" v="356" actId="255"/>
          <ac:spMkLst>
            <pc:docMk/>
            <pc:sldMk cId="0" sldId="256"/>
            <ac:spMk id="32" creationId="{EAEA8965-759B-40C7-E775-2F70970436C0}"/>
          </ac:spMkLst>
        </pc:spChg>
        <pc:spChg chg="add mod">
          <ac:chgData name="Lakshya Asati" userId="d1b6aaae16d5d66c" providerId="LiveId" clId="{9FA11CD9-C934-4AEB-8BC0-369F230C892D}" dt="2026-09-10T06:08:48.119" v="357" actId="255"/>
          <ac:spMkLst>
            <pc:docMk/>
            <pc:sldMk cId="0" sldId="256"/>
            <ac:spMk id="34" creationId="{1798B349-DCA3-D0F0-7AA5-618CBC4C06F1}"/>
          </ac:spMkLst>
        </pc:spChg>
        <pc:spChg chg="add">
          <ac:chgData name="Lakshya Asati" userId="d1b6aaae16d5d66c" providerId="LiveId" clId="{9FA11CD9-C934-4AEB-8BC0-369F230C892D}" dt="2026-09-07T09:00:26.730" v="72" actId="22"/>
          <ac:spMkLst>
            <pc:docMk/>
            <pc:sldMk cId="0" sldId="256"/>
            <ac:spMk id="36" creationId="{BBF502D4-2791-ED6C-5B12-E53297E0533C}"/>
          </ac:spMkLst>
        </pc:spChg>
        <pc:spChg chg="add">
          <ac:chgData name="Lakshya Asati" userId="d1b6aaae16d5d66c" providerId="LiveId" clId="{9FA11CD9-C934-4AEB-8BC0-369F230C892D}" dt="2026-09-07T09:00:26.730" v="72" actId="22"/>
          <ac:spMkLst>
            <pc:docMk/>
            <pc:sldMk cId="0" sldId="256"/>
            <ac:spMk id="38" creationId="{1AB11113-DBB9-9A60-1E4F-9EFA390A467F}"/>
          </ac:spMkLst>
        </pc:spChg>
        <pc:spChg chg="add">
          <ac:chgData name="Lakshya Asati" userId="d1b6aaae16d5d66c" providerId="LiveId" clId="{9FA11CD9-C934-4AEB-8BC0-369F230C892D}" dt="2026-09-07T09:00:26.730" v="72" actId="22"/>
          <ac:spMkLst>
            <pc:docMk/>
            <pc:sldMk cId="0" sldId="256"/>
            <ac:spMk id="40" creationId="{4BA525CE-9D84-9E28-3B72-FD51D63E6CA4}"/>
          </ac:spMkLst>
        </pc:spChg>
        <pc:picChg chg="add mod">
          <ac:chgData name="Lakshya Asati" userId="d1b6aaae16d5d66c" providerId="LiveId" clId="{9FA11CD9-C934-4AEB-8BC0-369F230C892D}" dt="2026-09-10T06:08:53.558" v="358" actId="1076"/>
          <ac:picMkLst>
            <pc:docMk/>
            <pc:sldMk cId="0" sldId="256"/>
            <ac:picMk id="30" creationId="{D74C3705-910A-3159-2D10-4DDD1E530FDE}"/>
          </ac:picMkLst>
        </pc:picChg>
      </pc:sldChg>
      <pc:sldChg chg="addSp delSp modSp mod">
        <pc:chgData name="Lakshya Asati" userId="d1b6aaae16d5d66c" providerId="LiveId" clId="{9FA11CD9-C934-4AEB-8BC0-369F230C892D}" dt="2026-09-10T07:32:15.908" v="428" actId="20577"/>
        <pc:sldMkLst>
          <pc:docMk/>
          <pc:sldMk cId="0" sldId="257"/>
        </pc:sldMkLst>
        <pc:spChg chg="mod">
          <ac:chgData name="Lakshya Asati" userId="d1b6aaae16d5d66c" providerId="LiveId" clId="{9FA11CD9-C934-4AEB-8BC0-369F230C892D}" dt="2026-09-07T08:45:43.180" v="49" actId="14100"/>
          <ac:spMkLst>
            <pc:docMk/>
            <pc:sldMk cId="0" sldId="257"/>
            <ac:spMk id="2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5:48:17.613" v="284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5:48:18.054" v="285" actId="1076"/>
          <ac:spMkLst>
            <pc:docMk/>
            <pc:sldMk cId="0" sldId="257"/>
            <ac:spMk id="4" creationId="{00000000-0000-0000-0000-000000000000}"/>
          </ac:spMkLst>
        </pc:spChg>
        <pc:spChg chg="del">
          <ac:chgData name="Lakshya Asati" userId="d1b6aaae16d5d66c" providerId="LiveId" clId="{9FA11CD9-C934-4AEB-8BC0-369F230C892D}" dt="2026-09-10T07:26:42.901" v="370" actId="478"/>
          <ac:spMkLst>
            <pc:docMk/>
            <pc:sldMk cId="0" sldId="257"/>
            <ac:spMk id="9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7:30:16.886" v="409" actId="21"/>
          <ac:spMkLst>
            <pc:docMk/>
            <pc:sldMk cId="0" sldId="257"/>
            <ac:spMk id="10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7:26:48.605" v="372" actId="1076"/>
          <ac:spMkLst>
            <pc:docMk/>
            <pc:sldMk cId="0" sldId="257"/>
            <ac:spMk id="11" creationId="{00000000-0000-0000-0000-000000000000}"/>
          </ac:spMkLst>
        </pc:spChg>
        <pc:spChg chg="del">
          <ac:chgData name="Lakshya Asati" userId="d1b6aaae16d5d66c" providerId="LiveId" clId="{9FA11CD9-C934-4AEB-8BC0-369F230C892D}" dt="2026-09-10T07:27:17.380" v="376" actId="478"/>
          <ac:spMkLst>
            <pc:docMk/>
            <pc:sldMk cId="0" sldId="257"/>
            <ac:spMk id="12" creationId="{00000000-0000-0000-0000-000000000000}"/>
          </ac:spMkLst>
        </pc:spChg>
        <pc:spChg chg="add mod">
          <ac:chgData name="Lakshya Asati" userId="d1b6aaae16d5d66c" providerId="LiveId" clId="{9FA11CD9-C934-4AEB-8BC0-369F230C892D}" dt="2026-09-10T07:31:04.702" v="413" actId="207"/>
          <ac:spMkLst>
            <pc:docMk/>
            <pc:sldMk cId="0" sldId="257"/>
            <ac:spMk id="12" creationId="{369EA409-45A7-FF71-9394-895737DC32A2}"/>
          </ac:spMkLst>
        </pc:spChg>
        <pc:spChg chg="del mod">
          <ac:chgData name="Lakshya Asati" userId="d1b6aaae16d5d66c" providerId="LiveId" clId="{9FA11CD9-C934-4AEB-8BC0-369F230C892D}" dt="2026-09-10T07:31:28.924" v="417" actId="478"/>
          <ac:spMkLst>
            <pc:docMk/>
            <pc:sldMk cId="0" sldId="257"/>
            <ac:spMk id="13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8:23.157" v="355" actId="25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Lakshya Asati" userId="d1b6aaae16d5d66c" providerId="LiveId" clId="{9FA11CD9-C934-4AEB-8BC0-369F230C892D}" dt="2026-09-09T18:35:11.472" v="278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Lakshya Asati" userId="d1b6aaae16d5d66c" providerId="LiveId" clId="{9FA11CD9-C934-4AEB-8BC0-369F230C892D}" dt="2026-09-09T18:35:05.075" v="268" actId="14100"/>
          <ac:spMkLst>
            <pc:docMk/>
            <pc:sldMk cId="0" sldId="257"/>
            <ac:spMk id="18" creationId="{00000000-0000-0000-0000-000000000000}"/>
          </ac:spMkLst>
        </pc:spChg>
        <pc:spChg chg="add mod">
          <ac:chgData name="Lakshya Asati" userId="d1b6aaae16d5d66c" providerId="LiveId" clId="{9FA11CD9-C934-4AEB-8BC0-369F230C892D}" dt="2026-09-10T07:31:38.207" v="419" actId="14100"/>
          <ac:spMkLst>
            <pc:docMk/>
            <pc:sldMk cId="0" sldId="257"/>
            <ac:spMk id="28" creationId="{F482BCA5-4B04-42EE-2E76-BEA42D07E9B6}"/>
          </ac:spMkLst>
        </pc:spChg>
        <pc:spChg chg="add mod">
          <ac:chgData name="Lakshya Asati" userId="d1b6aaae16d5d66c" providerId="LiveId" clId="{9FA11CD9-C934-4AEB-8BC0-369F230C892D}" dt="2026-09-10T07:32:15.908" v="428" actId="20577"/>
          <ac:spMkLst>
            <pc:docMk/>
            <pc:sldMk cId="0" sldId="257"/>
            <ac:spMk id="29" creationId="{B9B96956-9BB0-EA1A-D550-8D3249EF5A3A}"/>
          </ac:spMkLst>
        </pc:spChg>
        <pc:picChg chg="mod">
          <ac:chgData name="Lakshya Asati" userId="d1b6aaae16d5d66c" providerId="LiveId" clId="{9FA11CD9-C934-4AEB-8BC0-369F230C892D}" dt="2026-09-09T18:35:05.354" v="270" actId="1076"/>
          <ac:picMkLst>
            <pc:docMk/>
            <pc:sldMk cId="0" sldId="257"/>
            <ac:picMk id="17" creationId="{00000000-0000-0000-0000-000000000000}"/>
          </ac:picMkLst>
        </pc:picChg>
      </pc:sldChg>
      <pc:sldChg chg="addSp delSp modSp mod">
        <pc:chgData name="Lakshya Asati" userId="d1b6aaae16d5d66c" providerId="LiveId" clId="{9FA11CD9-C934-4AEB-8BC0-369F230C892D}" dt="2026-09-10T07:38:01.234" v="455" actId="14100"/>
        <pc:sldMkLst>
          <pc:docMk/>
          <pc:sldMk cId="0" sldId="258"/>
        </pc:sldMkLst>
        <pc:spChg chg="mod">
          <ac:chgData name="Lakshya Asati" userId="d1b6aaae16d5d66c" providerId="LiveId" clId="{9FA11CD9-C934-4AEB-8BC0-369F230C892D}" dt="2026-09-07T08:45:35.067" v="46" actId="14100"/>
          <ac:spMkLst>
            <pc:docMk/>
            <pc:sldMk cId="0" sldId="258"/>
            <ac:spMk id="2" creationId="{00000000-0000-0000-0000-000000000000}"/>
          </ac:spMkLst>
        </pc:spChg>
        <pc:spChg chg="del">
          <ac:chgData name="Lakshya Asati" userId="d1b6aaae16d5d66c" providerId="LiveId" clId="{9FA11CD9-C934-4AEB-8BC0-369F230C892D}" dt="2026-09-10T07:28:21.854" v="382" actId="478"/>
          <ac:spMkLst>
            <pc:docMk/>
            <pc:sldMk cId="0" sldId="258"/>
            <ac:spMk id="9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7:34:40.577" v="447" actId="21"/>
          <ac:spMkLst>
            <pc:docMk/>
            <pc:sldMk cId="0" sldId="258"/>
            <ac:spMk id="10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7:48.383" v="353" actId="255"/>
          <ac:spMkLst>
            <pc:docMk/>
            <pc:sldMk cId="0" sldId="258"/>
            <ac:spMk id="11" creationId="{00000000-0000-0000-0000-000000000000}"/>
          </ac:spMkLst>
        </pc:spChg>
        <pc:spChg chg="del">
          <ac:chgData name="Lakshya Asati" userId="d1b6aaae16d5d66c" providerId="LiveId" clId="{9FA11CD9-C934-4AEB-8BC0-369F230C892D}" dt="2026-09-10T07:28:32.463" v="385" actId="478"/>
          <ac:spMkLst>
            <pc:docMk/>
            <pc:sldMk cId="0" sldId="258"/>
            <ac:spMk id="12" creationId="{00000000-0000-0000-0000-000000000000}"/>
          </ac:spMkLst>
        </pc:spChg>
        <pc:spChg chg="add mod">
          <ac:chgData name="Lakshya Asati" userId="d1b6aaae16d5d66c" providerId="LiveId" clId="{9FA11CD9-C934-4AEB-8BC0-369F230C892D}" dt="2026-09-10T07:38:01.234" v="455" actId="14100"/>
          <ac:spMkLst>
            <pc:docMk/>
            <pc:sldMk cId="0" sldId="258"/>
            <ac:spMk id="12" creationId="{F7D693B2-D59E-004E-AAEE-A7C407E32AAE}"/>
          </ac:spMkLst>
        </pc:spChg>
        <pc:spChg chg="del mod">
          <ac:chgData name="Lakshya Asati" userId="d1b6aaae16d5d66c" providerId="LiveId" clId="{9FA11CD9-C934-4AEB-8BC0-369F230C892D}" dt="2026-09-10T07:33:28.947" v="437" actId="478"/>
          <ac:spMkLst>
            <pc:docMk/>
            <pc:sldMk cId="0" sldId="258"/>
            <ac:spMk id="13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7:48.383" v="353" actId="255"/>
          <ac:spMkLst>
            <pc:docMk/>
            <pc:sldMk cId="0" sldId="258"/>
            <ac:spMk id="15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7:48.383" v="353" actId="25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Lakshya Asati" userId="d1b6aaae16d5d66c" providerId="LiveId" clId="{9FA11CD9-C934-4AEB-8BC0-369F230C892D}" dt="2026-09-07T08:40:20.478" v="18" actId="14100"/>
          <ac:spMkLst>
            <pc:docMk/>
            <pc:sldMk cId="0" sldId="258"/>
            <ac:spMk id="17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7:48.383" v="353" actId="255"/>
          <ac:spMkLst>
            <pc:docMk/>
            <pc:sldMk cId="0" sldId="258"/>
            <ac:spMk id="18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7:48.383" v="353" actId="255"/>
          <ac:spMkLst>
            <pc:docMk/>
            <pc:sldMk cId="0" sldId="258"/>
            <ac:spMk id="19" creationId="{00000000-0000-0000-0000-000000000000}"/>
          </ac:spMkLst>
        </pc:spChg>
        <pc:spChg chg="mod">
          <ac:chgData name="Lakshya Asati" userId="d1b6aaae16d5d66c" providerId="LiveId" clId="{9FA11CD9-C934-4AEB-8BC0-369F230C892D}" dt="2026-09-07T08:41:17.973" v="23" actId="14100"/>
          <ac:spMkLst>
            <pc:docMk/>
            <pc:sldMk cId="0" sldId="258"/>
            <ac:spMk id="20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7:48.383" v="353" actId="255"/>
          <ac:spMkLst>
            <pc:docMk/>
            <pc:sldMk cId="0" sldId="258"/>
            <ac:spMk id="21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7:48.383" v="353" actId="25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Lakshya Asati" userId="d1b6aaae16d5d66c" providerId="LiveId" clId="{9FA11CD9-C934-4AEB-8BC0-369F230C892D}" dt="2026-09-07T08:40:01.687" v="15" actId="14100"/>
          <ac:spMkLst>
            <pc:docMk/>
            <pc:sldMk cId="0" sldId="258"/>
            <ac:spMk id="23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8:03.750" v="354" actId="255"/>
          <ac:spMkLst>
            <pc:docMk/>
            <pc:sldMk cId="0" sldId="258"/>
            <ac:spMk id="25" creationId="{00000000-0000-0000-0000-000000000000}"/>
          </ac:spMkLst>
        </pc:spChg>
        <pc:spChg chg="add mod">
          <ac:chgData name="Lakshya Asati" userId="d1b6aaae16d5d66c" providerId="LiveId" clId="{9FA11CD9-C934-4AEB-8BC0-369F230C892D}" dt="2026-09-10T07:34:17.716" v="444" actId="1076"/>
          <ac:spMkLst>
            <pc:docMk/>
            <pc:sldMk cId="0" sldId="258"/>
            <ac:spMk id="26" creationId="{32FF10BC-5ABF-AA27-3166-76FB53934CC5}"/>
          </ac:spMkLst>
        </pc:spChg>
        <pc:spChg chg="add mod">
          <ac:chgData name="Lakshya Asati" userId="d1b6aaae16d5d66c" providerId="LiveId" clId="{9FA11CD9-C934-4AEB-8BC0-369F230C892D}" dt="2026-09-10T07:34:52.135" v="448" actId="1076"/>
          <ac:spMkLst>
            <pc:docMk/>
            <pc:sldMk cId="0" sldId="258"/>
            <ac:spMk id="28" creationId="{F601A856-5550-7C54-1DC9-596C63429AFF}"/>
          </ac:spMkLst>
        </pc:spChg>
        <pc:spChg chg="add mod">
          <ac:chgData name="Lakshya Asati" userId="d1b6aaae16d5d66c" providerId="LiveId" clId="{9FA11CD9-C934-4AEB-8BC0-369F230C892D}" dt="2026-09-10T07:35:21.360" v="454" actId="1076"/>
          <ac:spMkLst>
            <pc:docMk/>
            <pc:sldMk cId="0" sldId="258"/>
            <ac:spMk id="29" creationId="{98E6F575-63E5-FB05-7D4C-304C20C2BC46}"/>
          </ac:spMkLst>
        </pc:spChg>
      </pc:sldChg>
      <pc:sldChg chg="modSp mod">
        <pc:chgData name="Lakshya Asati" userId="d1b6aaae16d5d66c" providerId="LiveId" clId="{9FA11CD9-C934-4AEB-8BC0-369F230C892D}" dt="2026-09-10T07:32:35.981" v="429" actId="14100"/>
        <pc:sldMkLst>
          <pc:docMk/>
          <pc:sldMk cId="0" sldId="259"/>
        </pc:sldMkLst>
        <pc:spChg chg="mod">
          <ac:chgData name="Lakshya Asati" userId="d1b6aaae16d5d66c" providerId="LiveId" clId="{9FA11CD9-C934-4AEB-8BC0-369F230C892D}" dt="2026-09-07T08:45:29.234" v="45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7:29:44.197" v="403" actId="1410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7:29.503" v="352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7:32:35.981" v="429" actId="1410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7:31:11.947" v="414" actId="1410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7:29.503" v="352" actId="25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7:29.503" v="352" actId="255"/>
          <ac:spMkLst>
            <pc:docMk/>
            <pc:sldMk cId="0" sldId="259"/>
            <ac:spMk id="16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7:29.503" v="352" actId="255"/>
          <ac:spMkLst>
            <pc:docMk/>
            <pc:sldMk cId="0" sldId="259"/>
            <ac:spMk id="17" creationId="{00000000-0000-0000-0000-000000000000}"/>
          </ac:spMkLst>
        </pc:spChg>
      </pc:sldChg>
      <pc:sldChg chg="modSp mod">
        <pc:chgData name="Lakshya Asati" userId="d1b6aaae16d5d66c" providerId="LiveId" clId="{9FA11CD9-C934-4AEB-8BC0-369F230C892D}" dt="2026-09-10T06:06:59.500" v="351" actId="20577"/>
        <pc:sldMkLst>
          <pc:docMk/>
          <pc:sldMk cId="0" sldId="260"/>
        </pc:sldMkLst>
        <pc:spChg chg="mod">
          <ac:chgData name="Lakshya Asati" userId="d1b6aaae16d5d66c" providerId="LiveId" clId="{9FA11CD9-C934-4AEB-8BC0-369F230C892D}" dt="2026-09-07T08:45:17.865" v="42" actId="14100"/>
          <ac:spMkLst>
            <pc:docMk/>
            <pc:sldMk cId="0" sldId="260"/>
            <ac:spMk id="2" creationId="{00000000-0000-0000-0000-000000000000}"/>
          </ac:spMkLst>
        </pc:spChg>
        <pc:graphicFrameChg chg="mod modGraphic">
          <ac:chgData name="Lakshya Asati" userId="d1b6aaae16d5d66c" providerId="LiveId" clId="{9FA11CD9-C934-4AEB-8BC0-369F230C892D}" dt="2026-09-10T06:06:59.500" v="351" actId="20577"/>
          <ac:graphicFrameMkLst>
            <pc:docMk/>
            <pc:sldMk cId="0" sldId="260"/>
            <ac:graphicFrameMk id="9" creationId="{00000000-0000-0000-0000-000000000000}"/>
          </ac:graphicFrameMkLst>
        </pc:graphicFrameChg>
      </pc:sldChg>
      <pc:sldChg chg="modSp mod">
        <pc:chgData name="Lakshya Asati" userId="d1b6aaae16d5d66c" providerId="LiveId" clId="{9FA11CD9-C934-4AEB-8BC0-369F230C892D}" dt="2026-09-10T06:06:12.036" v="345" actId="255"/>
        <pc:sldMkLst>
          <pc:docMk/>
          <pc:sldMk cId="0" sldId="261"/>
        </pc:sldMkLst>
        <pc:spChg chg="mod">
          <ac:chgData name="Lakshya Asati" userId="d1b6aaae16d5d66c" providerId="LiveId" clId="{9FA11CD9-C934-4AEB-8BC0-369F230C892D}" dt="2026-09-07T08:45:11.413" v="41" actId="14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6:06.974" v="344" actId="255"/>
          <ac:spMkLst>
            <pc:docMk/>
            <pc:sldMk cId="0" sldId="261"/>
            <ac:spMk id="11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6:12.036" v="345" actId="255"/>
          <ac:spMkLst>
            <pc:docMk/>
            <pc:sldMk cId="0" sldId="261"/>
            <ac:spMk id="12" creationId="{00000000-0000-0000-0000-000000000000}"/>
          </ac:spMkLst>
        </pc:spChg>
        <pc:graphicFrameChg chg="modGraphic">
          <ac:chgData name="Lakshya Asati" userId="d1b6aaae16d5d66c" providerId="LiveId" clId="{9FA11CD9-C934-4AEB-8BC0-369F230C892D}" dt="2026-09-10T06:05:55.879" v="343" actId="255"/>
          <ac:graphicFrameMkLst>
            <pc:docMk/>
            <pc:sldMk cId="0" sldId="261"/>
            <ac:graphicFrameMk id="9" creationId="{00000000-0000-0000-0000-000000000000}"/>
          </ac:graphicFrameMkLst>
        </pc:graphicFrameChg>
      </pc:sldChg>
      <pc:sldChg chg="modSp mod">
        <pc:chgData name="Lakshya Asati" userId="d1b6aaae16d5d66c" providerId="LiveId" clId="{9FA11CD9-C934-4AEB-8BC0-369F230C892D}" dt="2026-09-10T06:05:33.524" v="341" actId="255"/>
        <pc:sldMkLst>
          <pc:docMk/>
          <pc:sldMk cId="0" sldId="262"/>
        </pc:sldMkLst>
        <pc:spChg chg="mod">
          <ac:chgData name="Lakshya Asati" userId="d1b6aaae16d5d66c" providerId="LiveId" clId="{9FA11CD9-C934-4AEB-8BC0-369F230C892D}" dt="2026-09-07T08:45:03.727" v="40" actId="14100"/>
          <ac:spMkLst>
            <pc:docMk/>
            <pc:sldMk cId="0" sldId="262"/>
            <ac:spMk id="2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5:33.524" v="341" actId="25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4:57.635" v="338" actId="255"/>
          <ac:spMkLst>
            <pc:docMk/>
            <pc:sldMk cId="0" sldId="262"/>
            <ac:spMk id="12" creationId="{00000000-0000-0000-0000-000000000000}"/>
          </ac:spMkLst>
        </pc:spChg>
        <pc:graphicFrameChg chg="modGraphic">
          <ac:chgData name="Lakshya Asati" userId="d1b6aaae16d5d66c" providerId="LiveId" clId="{9FA11CD9-C934-4AEB-8BC0-369F230C892D}" dt="2026-09-10T06:05:21.061" v="340" actId="255"/>
          <ac:graphicFrameMkLst>
            <pc:docMk/>
            <pc:sldMk cId="0" sldId="262"/>
            <ac:graphicFrameMk id="9" creationId="{00000000-0000-0000-0000-000000000000}"/>
          </ac:graphicFrameMkLst>
        </pc:graphicFrameChg>
      </pc:sldChg>
      <pc:sldChg chg="modSp mod">
        <pc:chgData name="Lakshya Asati" userId="d1b6aaae16d5d66c" providerId="LiveId" clId="{9FA11CD9-C934-4AEB-8BC0-369F230C892D}" dt="2026-09-10T06:04:38.719" v="337" actId="255"/>
        <pc:sldMkLst>
          <pc:docMk/>
          <pc:sldMk cId="0" sldId="263"/>
        </pc:sldMkLst>
        <pc:spChg chg="mod">
          <ac:chgData name="Lakshya Asati" userId="d1b6aaae16d5d66c" providerId="LiveId" clId="{9FA11CD9-C934-4AEB-8BC0-369F230C892D}" dt="2026-09-07T08:44:53.317" v="38" actId="14100"/>
          <ac:spMkLst>
            <pc:docMk/>
            <pc:sldMk cId="0" sldId="263"/>
            <ac:spMk id="2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4:25.525" v="336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4:25.525" v="336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4:25.525" v="336" actId="107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4:25.525" v="336" actId="107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4:25.525" v="336" actId="107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4:25.525" v="336" actId="107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4:25.525" v="336" actId="107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4:25.525" v="336" actId="107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4:25.525" v="336" actId="1076"/>
          <ac:spMkLst>
            <pc:docMk/>
            <pc:sldMk cId="0" sldId="263"/>
            <ac:spMk id="26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4:25.525" v="336" actId="1076"/>
          <ac:spMkLst>
            <pc:docMk/>
            <pc:sldMk cId="0" sldId="263"/>
            <ac:spMk id="27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4:38.719" v="337" actId="255"/>
          <ac:spMkLst>
            <pc:docMk/>
            <pc:sldMk cId="0" sldId="263"/>
            <ac:spMk id="30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3:53.919" v="335" actId="255"/>
          <ac:spMkLst>
            <pc:docMk/>
            <pc:sldMk cId="0" sldId="263"/>
            <ac:spMk id="31" creationId="{00000000-0000-0000-0000-000000000000}"/>
          </ac:spMkLst>
        </pc:spChg>
      </pc:sldChg>
      <pc:sldChg chg="delSp modSp mod">
        <pc:chgData name="Lakshya Asati" userId="d1b6aaae16d5d66c" providerId="LiveId" clId="{9FA11CD9-C934-4AEB-8BC0-369F230C892D}" dt="2026-09-10T06:03:23.398" v="334" actId="255"/>
        <pc:sldMkLst>
          <pc:docMk/>
          <pc:sldMk cId="0" sldId="265"/>
        </pc:sldMkLst>
        <pc:spChg chg="mod">
          <ac:chgData name="Lakshya Asati" userId="d1b6aaae16d5d66c" providerId="LiveId" clId="{9FA11CD9-C934-4AEB-8BC0-369F230C892D}" dt="2026-09-07T08:44:46.415" v="37" actId="14100"/>
          <ac:spMkLst>
            <pc:docMk/>
            <pc:sldMk cId="0" sldId="265"/>
            <ac:spMk id="2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3:15.375" v="333" actId="255"/>
          <ac:spMkLst>
            <pc:docMk/>
            <pc:sldMk cId="0" sldId="265"/>
            <ac:spMk id="11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1:58.855" v="323" actId="255"/>
          <ac:spMkLst>
            <pc:docMk/>
            <pc:sldMk cId="0" sldId="265"/>
            <ac:spMk id="13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1:51.888" v="322" actId="255"/>
          <ac:spMkLst>
            <pc:docMk/>
            <pc:sldMk cId="0" sldId="265"/>
            <ac:spMk id="14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3:00.733" v="331" actId="255"/>
          <ac:spMkLst>
            <pc:docMk/>
            <pc:sldMk cId="0" sldId="265"/>
            <ac:spMk id="17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2:07.254" v="324" actId="255"/>
          <ac:spMkLst>
            <pc:docMk/>
            <pc:sldMk cId="0" sldId="265"/>
            <ac:spMk id="19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2:39.721" v="328" actId="255"/>
          <ac:spMkLst>
            <pc:docMk/>
            <pc:sldMk cId="0" sldId="265"/>
            <ac:spMk id="20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3:07.433" v="332" actId="255"/>
          <ac:spMkLst>
            <pc:docMk/>
            <pc:sldMk cId="0" sldId="265"/>
            <ac:spMk id="23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2:15.574" v="325" actId="255"/>
          <ac:spMkLst>
            <pc:docMk/>
            <pc:sldMk cId="0" sldId="265"/>
            <ac:spMk id="25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2:31.828" v="327" actId="255"/>
          <ac:spMkLst>
            <pc:docMk/>
            <pc:sldMk cId="0" sldId="265"/>
            <ac:spMk id="26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3:23.398" v="334" actId="255"/>
          <ac:spMkLst>
            <pc:docMk/>
            <pc:sldMk cId="0" sldId="265"/>
            <ac:spMk id="28" creationId="{00000000-0000-0000-0000-000000000000}"/>
          </ac:spMkLst>
        </pc:spChg>
        <pc:spChg chg="mod">
          <ac:chgData name="Lakshya Asati" userId="d1b6aaae16d5d66c" providerId="LiveId" clId="{9FA11CD9-C934-4AEB-8BC0-369F230C892D}" dt="2026-09-07T08:39:09.059" v="12" actId="20577"/>
          <ac:spMkLst>
            <pc:docMk/>
            <pc:sldMk cId="0" sldId="265"/>
            <ac:spMk id="31" creationId="{00000000-0000-0000-0000-000000000000}"/>
          </ac:spMkLst>
        </pc:spChg>
      </pc:sldChg>
      <pc:sldChg chg="modSp mod">
        <pc:chgData name="Lakshya Asati" userId="d1b6aaae16d5d66c" providerId="LiveId" clId="{9FA11CD9-C934-4AEB-8BC0-369F230C892D}" dt="2026-09-10T06:01:36.496" v="321" actId="255"/>
        <pc:sldMkLst>
          <pc:docMk/>
          <pc:sldMk cId="0" sldId="266"/>
        </pc:sldMkLst>
        <pc:spChg chg="mod">
          <ac:chgData name="Lakshya Asati" userId="d1b6aaae16d5d66c" providerId="LiveId" clId="{9FA11CD9-C934-4AEB-8BC0-369F230C892D}" dt="2026-09-07T08:44:39.067" v="36" actId="14100"/>
          <ac:spMkLst>
            <pc:docMk/>
            <pc:sldMk cId="0" sldId="266"/>
            <ac:spMk id="2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1:08.285" v="318" actId="255"/>
          <ac:spMkLst>
            <pc:docMk/>
            <pc:sldMk cId="0" sldId="266"/>
            <ac:spMk id="20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1:15.347" v="319" actId="255"/>
          <ac:spMkLst>
            <pc:docMk/>
            <pc:sldMk cId="0" sldId="266"/>
            <ac:spMk id="23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1:27.214" v="320" actId="255"/>
          <ac:spMkLst>
            <pc:docMk/>
            <pc:sldMk cId="0" sldId="266"/>
            <ac:spMk id="26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1:36.496" v="321" actId="255"/>
          <ac:spMkLst>
            <pc:docMk/>
            <pc:sldMk cId="0" sldId="266"/>
            <ac:spMk id="29" creationId="{00000000-0000-0000-0000-000000000000}"/>
          </ac:spMkLst>
        </pc:spChg>
      </pc:sldChg>
      <pc:sldChg chg="modSp mod">
        <pc:chgData name="Lakshya Asati" userId="d1b6aaae16d5d66c" providerId="LiveId" clId="{9FA11CD9-C934-4AEB-8BC0-369F230C892D}" dt="2026-09-10T06:00:45.920" v="317" actId="255"/>
        <pc:sldMkLst>
          <pc:docMk/>
          <pc:sldMk cId="0" sldId="267"/>
        </pc:sldMkLst>
        <pc:spChg chg="mod">
          <ac:chgData name="Lakshya Asati" userId="d1b6aaae16d5d66c" providerId="LiveId" clId="{9FA11CD9-C934-4AEB-8BC0-369F230C892D}" dt="2026-09-07T08:44:18.129" v="34" actId="14100"/>
          <ac:spMkLst>
            <pc:docMk/>
            <pc:sldMk cId="0" sldId="267"/>
            <ac:spMk id="2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0:27.223" v="315" actId="255"/>
          <ac:spMkLst>
            <pc:docMk/>
            <pc:sldMk cId="0" sldId="267"/>
            <ac:spMk id="10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0:18.369" v="314" actId="255"/>
          <ac:spMkLst>
            <pc:docMk/>
            <pc:sldMk cId="0" sldId="267"/>
            <ac:spMk id="11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0:45.920" v="317" actId="255"/>
          <ac:spMkLst>
            <pc:docMk/>
            <pc:sldMk cId="0" sldId="267"/>
            <ac:spMk id="13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0:36.308" v="316" actId="255"/>
          <ac:spMkLst>
            <pc:docMk/>
            <pc:sldMk cId="0" sldId="267"/>
            <ac:spMk id="14" creationId="{00000000-0000-0000-0000-000000000000}"/>
          </ac:spMkLst>
        </pc:spChg>
      </pc:sldChg>
      <pc:sldChg chg="modSp mod">
        <pc:chgData name="Lakshya Asati" userId="d1b6aaae16d5d66c" providerId="LiveId" clId="{9FA11CD9-C934-4AEB-8BC0-369F230C892D}" dt="2026-09-10T06:10:06.201" v="364" actId="20577"/>
        <pc:sldMkLst>
          <pc:docMk/>
          <pc:sldMk cId="0" sldId="268"/>
        </pc:sldMkLst>
        <pc:spChg chg="mod">
          <ac:chgData name="Lakshya Asati" userId="d1b6aaae16d5d66c" providerId="LiveId" clId="{9FA11CD9-C934-4AEB-8BC0-369F230C892D}" dt="2026-09-08T21:09:36.260" v="241" actId="20577"/>
          <ac:spMkLst>
            <pc:docMk/>
            <pc:sldMk cId="0" sldId="268"/>
            <ac:spMk id="2" creationId="{00000000-0000-0000-0000-000000000000}"/>
          </ac:spMkLst>
        </pc:spChg>
        <pc:spChg chg="mod">
          <ac:chgData name="Lakshya Asati" userId="d1b6aaae16d5d66c" providerId="LiveId" clId="{9FA11CD9-C934-4AEB-8BC0-369F230C892D}" dt="2026-09-08T21:09:34.832" v="237" actId="1076"/>
          <ac:spMkLst>
            <pc:docMk/>
            <pc:sldMk cId="0" sldId="268"/>
            <ac:spMk id="3" creationId="{00000000-0000-0000-0000-000000000000}"/>
          </ac:spMkLst>
        </pc:spChg>
        <pc:spChg chg="mod">
          <ac:chgData name="Lakshya Asati" userId="d1b6aaae16d5d66c" providerId="LiveId" clId="{9FA11CD9-C934-4AEB-8BC0-369F230C892D}" dt="2026-09-08T21:09:35.111" v="238" actId="1076"/>
          <ac:spMkLst>
            <pc:docMk/>
            <pc:sldMk cId="0" sldId="268"/>
            <ac:spMk id="4" creationId="{00000000-0000-0000-0000-000000000000}"/>
          </ac:spMkLst>
        </pc:spChg>
        <pc:spChg chg="mod">
          <ac:chgData name="Lakshya Asati" userId="d1b6aaae16d5d66c" providerId="LiveId" clId="{9FA11CD9-C934-4AEB-8BC0-369F230C892D}" dt="2026-09-08T21:09:36.615" v="242" actId="1076"/>
          <ac:spMkLst>
            <pc:docMk/>
            <pc:sldMk cId="0" sldId="268"/>
            <ac:spMk id="5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9:39.139" v="360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Lakshya Asati" userId="d1b6aaae16d5d66c" providerId="LiveId" clId="{9FA11CD9-C934-4AEB-8BC0-369F230C892D}" dt="2026-09-09T17:47:12.440" v="246" actId="20577"/>
          <ac:spMkLst>
            <pc:docMk/>
            <pc:sldMk cId="0" sldId="268"/>
            <ac:spMk id="10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9:39.139" v="360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10:06.201" v="364" actId="20577"/>
          <ac:spMkLst>
            <pc:docMk/>
            <pc:sldMk cId="0" sldId="268"/>
            <ac:spMk id="12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9:39.139" v="360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9:56.232" v="362" actId="20577"/>
          <ac:spMkLst>
            <pc:docMk/>
            <pc:sldMk cId="0" sldId="268"/>
            <ac:spMk id="14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9:39.139" v="360" actId="107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5:59:20.452" v="311" actId="20577"/>
          <ac:spMkLst>
            <pc:docMk/>
            <pc:sldMk cId="0" sldId="268"/>
            <ac:spMk id="16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9:39.139" v="360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9:39.139" v="360" actId="107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9:39.139" v="360" actId="1076"/>
          <ac:spMkLst>
            <pc:docMk/>
            <pc:sldMk cId="0" sldId="268"/>
            <ac:spMk id="19" creationId="{00000000-0000-0000-0000-000000000000}"/>
          </ac:spMkLst>
        </pc:spChg>
        <pc:spChg chg="mod">
          <ac:chgData name="Lakshya Asati" userId="d1b6aaae16d5d66c" providerId="LiveId" clId="{9FA11CD9-C934-4AEB-8BC0-369F230C892D}" dt="2026-09-10T06:09:39.139" v="360" actId="1076"/>
          <ac:spMkLst>
            <pc:docMk/>
            <pc:sldMk cId="0" sldId="268"/>
            <ac:spMk id="20" creationId="{00000000-0000-0000-0000-000000000000}"/>
          </ac:spMkLst>
        </pc:spChg>
      </pc:sldChg>
      <pc:sldChg chg="addSp delSp modSp mod setBg">
        <pc:chgData name="Lakshya Asati" userId="d1b6aaae16d5d66c" providerId="LiveId" clId="{9FA11CD9-C934-4AEB-8BC0-369F230C892D}" dt="2026-09-11T11:36:17.244" v="463" actId="478"/>
        <pc:sldMkLst>
          <pc:docMk/>
          <pc:sldMk cId="0" sldId="269"/>
        </pc:sldMkLst>
        <pc:spChg chg="add del mod">
          <ac:chgData name="Lakshya Asati" userId="d1b6aaae16d5d66c" providerId="LiveId" clId="{9FA11CD9-C934-4AEB-8BC0-369F230C892D}" dt="2026-09-11T11:36:17.118" v="462" actId="478"/>
          <ac:spMkLst>
            <pc:docMk/>
            <pc:sldMk cId="0" sldId="269"/>
            <ac:spMk id="3" creationId="{7F573703-8BE1-4120-9877-C24035037F0F}"/>
          </ac:spMkLst>
        </pc:spChg>
        <pc:spChg chg="add del mod">
          <ac:chgData name="Lakshya Asati" userId="d1b6aaae16d5d66c" providerId="LiveId" clId="{9FA11CD9-C934-4AEB-8BC0-369F230C892D}" dt="2026-09-11T11:36:16.980" v="461" actId="478"/>
          <ac:spMkLst>
            <pc:docMk/>
            <pc:sldMk cId="0" sldId="269"/>
            <ac:spMk id="13" creationId="{9836EE41-421F-8E52-70B1-0A4A2490DB42}"/>
          </ac:spMkLst>
        </pc:spChg>
        <pc:picChg chg="add del mod">
          <ac:chgData name="Lakshya Asati" userId="d1b6aaae16d5d66c" providerId="LiveId" clId="{9FA11CD9-C934-4AEB-8BC0-369F230C892D}" dt="2026-09-11T11:36:16.705" v="460" actId="478"/>
          <ac:picMkLst>
            <pc:docMk/>
            <pc:sldMk cId="0" sldId="269"/>
            <ac:picMk id="5" creationId="{82BCB1FD-D062-1017-9E3C-967698F5F273}"/>
          </ac:picMkLst>
        </pc:picChg>
        <pc:picChg chg="add del mod">
          <ac:chgData name="Lakshya Asati" userId="d1b6aaae16d5d66c" providerId="LiveId" clId="{9FA11CD9-C934-4AEB-8BC0-369F230C892D}" dt="2026-09-11T11:36:17.244" v="463" actId="478"/>
          <ac:picMkLst>
            <pc:docMk/>
            <pc:sldMk cId="0" sldId="269"/>
            <ac:picMk id="11" creationId="{A01FC66F-2224-42EC-30EF-4BDDC9F51D1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568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79179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0522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34505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31021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76134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71535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51313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4077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0608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3059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1046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444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file:///C:\Users\Lakshya\OneDrive\Desktop\2503.04137v1.pdf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archive.ics.uci.edu/dataset/174/parkinson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archive.ics.uci.edu/dataset/45/heart+disease" TargetMode="External"/><Relationship Id="rId5" Type="http://schemas.openxmlformats.org/officeDocument/2006/relationships/hyperlink" Target="https://www.kaggle.com/datasets/uciml/pima-indians-diabetes-database" TargetMode="External"/><Relationship Id="rId4" Type="http://schemas.openxmlformats.org/officeDocument/2006/relationships/hyperlink" Target="file:///C:\Users\Lakshya\OneDrive\Desktop\BF00994018.pdf" TargetMode="External"/><Relationship Id="rId9" Type="http://schemas.openxmlformats.org/officeDocument/2006/relationships/hyperlink" Target="http://archive.ics.uci.edu/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2">
            <a:extLst>
              <a:ext uri="{FF2B5EF4-FFF2-40B4-BE49-F238E27FC236}">
                <a16:creationId xmlns:a16="http://schemas.microsoft.com/office/drawing/2014/main" id="{8A9171E9-1893-AF73-B033-FDCF8E13CB6F}"/>
              </a:ext>
            </a:extLst>
          </p:cNvPr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MULTI-DISEASE PREDICTION SYSTEM</a:t>
            </a:r>
            <a:endParaRPr lang="en-US" sz="2700" dirty="0"/>
          </a:p>
          <a:p>
            <a:pPr marL="0" indent="0" algn="ctr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2700" dirty="0"/>
          </a:p>
        </p:txBody>
      </p:sp>
      <p:pic>
        <p:nvPicPr>
          <p:cNvPr id="30" name="Image 0" descr="extracted/page0_img0.png">
            <a:extLst>
              <a:ext uri="{FF2B5EF4-FFF2-40B4-BE49-F238E27FC236}">
                <a16:creationId xmlns:a16="http://schemas.microsoft.com/office/drawing/2014/main" id="{D74C3705-910A-3159-2D10-4DDD1E530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3755431"/>
            <a:ext cx="1828800" cy="2167128"/>
          </a:xfrm>
          <a:prstGeom prst="rect">
            <a:avLst/>
          </a:prstGeom>
        </p:spPr>
      </p:pic>
      <p:sp>
        <p:nvSpPr>
          <p:cNvPr id="32" name="Text 5">
            <a:extLst>
              <a:ext uri="{FF2B5EF4-FFF2-40B4-BE49-F238E27FC236}">
                <a16:creationId xmlns:a16="http://schemas.microsoft.com/office/drawing/2014/main" id="{EAEA8965-759B-40C7-E775-2F70970436C0}"/>
              </a:ext>
            </a:extLst>
          </p:cNvPr>
          <p:cNvSpPr txBox="1"/>
          <p:nvPr/>
        </p:nvSpPr>
        <p:spPr>
          <a:xfrm>
            <a:off x="3992727" y="1316829"/>
            <a:ext cx="42062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b="1" dirty="0">
                <a:solidFill>
                  <a:srgbClr val="1E3A5F"/>
                </a:solidFill>
                <a:latin typeface="Calibri"/>
              </a:rPr>
              <a:t>B</a:t>
            </a:r>
            <a:r>
              <a:rPr b="1" dirty="0">
                <a:solidFill>
                  <a:srgbClr val="1E3A5F"/>
                </a:solidFill>
                <a:latin typeface="Calibri"/>
              </a:rPr>
              <a:t>y:</a:t>
            </a:r>
            <a:endParaRPr lang="en-US" dirty="0"/>
          </a:p>
          <a:p>
            <a:pPr algn="ctr">
              <a:spcBef>
                <a:spcPts val="300"/>
              </a:spcBef>
            </a:pPr>
            <a:r>
              <a:rPr dirty="0">
                <a:solidFill>
                  <a:srgbClr val="2B2B2B"/>
                </a:solidFill>
                <a:latin typeface="Calibri"/>
              </a:rPr>
              <a:t>Vijay Kumar Rajak   (241B286)</a:t>
            </a:r>
          </a:p>
          <a:p>
            <a:pPr algn="ctr">
              <a:spcBef>
                <a:spcPts val="300"/>
              </a:spcBef>
            </a:pPr>
            <a:r>
              <a:rPr dirty="0">
                <a:solidFill>
                  <a:srgbClr val="2B2B2B"/>
                </a:solidFill>
                <a:latin typeface="Calibri"/>
              </a:rPr>
              <a:t>Piyush Vishwakarma   (241B177)</a:t>
            </a:r>
          </a:p>
          <a:p>
            <a:pPr algn="ctr">
              <a:spcBef>
                <a:spcPts val="300"/>
              </a:spcBef>
            </a:pPr>
            <a:r>
              <a:rPr dirty="0">
                <a:solidFill>
                  <a:srgbClr val="2B2B2B"/>
                </a:solidFill>
                <a:latin typeface="Calibri"/>
              </a:rPr>
              <a:t>Lakshya Asati   (241B134)</a:t>
            </a:r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1798B349-DCA3-D0F0-7AA5-618CBC4C06F1}"/>
              </a:ext>
            </a:extLst>
          </p:cNvPr>
          <p:cNvSpPr txBox="1"/>
          <p:nvPr/>
        </p:nvSpPr>
        <p:spPr>
          <a:xfrm>
            <a:off x="4587087" y="2638137"/>
            <a:ext cx="30175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>
              <a:spcAft>
                <a:spcPts val="400"/>
              </a:spcAft>
            </a:pPr>
            <a:r>
              <a:rPr lang="en-US" sz="1700" b="1" dirty="0">
                <a:solidFill>
                  <a:srgbClr val="1E3A5F"/>
                </a:solidFill>
              </a:rPr>
              <a:t>Under the supervision of: </a:t>
            </a:r>
          </a:p>
          <a:p>
            <a:pPr algn="ctr">
              <a:spcAft>
                <a:spcPts val="400"/>
              </a:spcAft>
            </a:pPr>
            <a:r>
              <a:rPr lang="en-US" sz="1700" dirty="0"/>
              <a:t>Dr. Rahul Pachauri</a:t>
            </a: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BBF502D4-2791-ED6C-5B12-E53297E0533C}"/>
              </a:ext>
            </a:extLst>
          </p:cNvPr>
          <p:cNvSpPr/>
          <p:nvPr/>
        </p:nvSpPr>
        <p:spPr>
          <a:xfrm>
            <a:off x="0" y="6111551"/>
            <a:ext cx="12191695" cy="746449"/>
          </a:xfrm>
          <a:prstGeom prst="rect">
            <a:avLst/>
          </a:prstGeom>
          <a:solidFill>
            <a:srgbClr val="94B6D2"/>
          </a:solidFill>
          <a:ln/>
        </p:spPr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1AB11113-DBB9-9A60-1E4F-9EFA390A467F}"/>
              </a:ext>
            </a:extLst>
          </p:cNvPr>
          <p:cNvSpPr/>
          <p:nvPr/>
        </p:nvSpPr>
        <p:spPr>
          <a:xfrm>
            <a:off x="0" y="6111552"/>
            <a:ext cx="2377440" cy="746448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4BA525CE-9D84-9E28-3B72-FD51D63E6CA4}"/>
              </a:ext>
            </a:extLst>
          </p:cNvPr>
          <p:cNvSpPr txBox="1"/>
          <p:nvPr/>
        </p:nvSpPr>
        <p:spPr>
          <a:xfrm>
            <a:off x="2560320" y="6111552"/>
            <a:ext cx="9418320" cy="74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Jaypee University of Engineering &amp; Technology, Guna (MP)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320040"/>
            <a:ext cx="10424160" cy="658368"/>
          </a:xfrm>
          <a:prstGeom prst="rect">
            <a:avLst/>
          </a:prstGeom>
          <a:solidFill>
            <a:srgbClr val="94B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2004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200" dirty="0"/>
          </a:p>
        </p:txBody>
      </p:sp>
      <p:pic>
        <p:nvPicPr>
          <p:cNvPr id="6" name="Image 0" descr="extracted/page0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723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74320" y="6565392"/>
            <a:ext cx="11643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Prediction System using ML  |  Minor Project Part-I  |  RP-2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0" y="2683018"/>
            <a:ext cx="603504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endParaRPr lang="en-US" sz="1600" b="1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737360"/>
            <a:ext cx="603504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aims to design an integrated Machine Learning-based system that predicts the likelihood of three chronic diseases — Diabetes, Heart Disease, and Parkinson's Disease — from a patient's routine health parameters, enabling faster and more accessible preliminary screening.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886200"/>
            <a:ext cx="603504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independent ML prediction models for Diabetes, Heart Disease and Parkinson's Disease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candidate algorithms (SVM, Logistic Regression, Decision Tree) and select the best fit per disease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all three models into one unified, easy-to-use prediction system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early risk detection to aid preventive healthcare decisions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858000" y="1463040"/>
            <a:ext cx="4754880" cy="1417320"/>
          </a:xfrm>
          <a:prstGeom prst="rect">
            <a:avLst/>
          </a:prstGeom>
          <a:solidFill>
            <a:srgbClr val="F6F8FA"/>
          </a:solidFill>
          <a:ln w="15875">
            <a:solidFill>
              <a:srgbClr val="DD804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086600" y="1714500"/>
            <a:ext cx="914400" cy="914400"/>
          </a:xfrm>
          <a:prstGeom prst="ellipse">
            <a:avLst/>
          </a:prstGeom>
          <a:solidFill>
            <a:srgbClr val="DD804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icons/icon_diabetes.png"/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15200" y="194310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183880" y="1463040"/>
            <a:ext cx="329184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858000" y="3108960"/>
            <a:ext cx="4754880" cy="1417320"/>
          </a:xfrm>
          <a:prstGeom prst="rect">
            <a:avLst/>
          </a:prstGeom>
          <a:solidFill>
            <a:srgbClr val="F6F8FA"/>
          </a:solidFill>
          <a:ln w="15875">
            <a:solidFill>
              <a:srgbClr val="1E3A5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86600" y="3360420"/>
            <a:ext cx="914400" cy="9144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1" name="Image 2" descr="icons/icon_he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58902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183880" y="3108960"/>
            <a:ext cx="329184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858000" y="4754880"/>
            <a:ext cx="4754880" cy="1417320"/>
          </a:xfrm>
          <a:prstGeom prst="rect">
            <a:avLst/>
          </a:prstGeom>
          <a:solidFill>
            <a:srgbClr val="F6F8FA"/>
          </a:solidFill>
          <a:ln w="15875">
            <a:solidFill>
              <a:srgbClr val="94B6D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086600" y="5006340"/>
            <a:ext cx="914400" cy="914400"/>
          </a:xfrm>
          <a:prstGeom prst="ellipse">
            <a:avLst/>
          </a:prstGeom>
          <a:solidFill>
            <a:srgbClr val="94B6D2"/>
          </a:solidFill>
          <a:ln/>
        </p:spPr>
      </p:sp>
      <p:pic>
        <p:nvPicPr>
          <p:cNvPr id="25" name="Image 3" descr="icons/icon_parkins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523494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183880" y="4754880"/>
            <a:ext cx="329184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Parkinson's Disease</a:t>
            </a:r>
            <a:endParaRPr lang="en-US" sz="18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369EA409-45A7-FF71-9394-895737DC32A2}"/>
              </a:ext>
            </a:extLst>
          </p:cNvPr>
          <p:cNvSpPr/>
          <p:nvPr/>
        </p:nvSpPr>
        <p:spPr>
          <a:xfrm>
            <a:off x="548640" y="1234440"/>
            <a:ext cx="5628225" cy="365760"/>
          </a:xfrm>
          <a:prstGeom prst="rect">
            <a:avLst/>
          </a:prstGeom>
          <a:solidFill>
            <a:srgbClr val="DD8047"/>
          </a:solidFill>
          <a:ln/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b="1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F482BCA5-4B04-42EE-2E76-BEA42D07E9B6}"/>
              </a:ext>
            </a:extLst>
          </p:cNvPr>
          <p:cNvSpPr/>
          <p:nvPr/>
        </p:nvSpPr>
        <p:spPr>
          <a:xfrm>
            <a:off x="548639" y="3383281"/>
            <a:ext cx="5628225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B96956-9BB0-EA1A-D550-8D3249EF5A3A}"/>
              </a:ext>
            </a:extLst>
          </p:cNvPr>
          <p:cNvSpPr txBox="1"/>
          <p:nvPr/>
        </p:nvSpPr>
        <p:spPr>
          <a:xfrm>
            <a:off x="548640" y="3381416"/>
            <a:ext cx="3323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320040"/>
            <a:ext cx="10424160" cy="658368"/>
          </a:xfrm>
          <a:prstGeom prst="rect">
            <a:avLst/>
          </a:prstGeom>
          <a:solidFill>
            <a:srgbClr val="94B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2004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200" dirty="0"/>
          </a:p>
        </p:txBody>
      </p:sp>
      <p:pic>
        <p:nvPicPr>
          <p:cNvPr id="6" name="Image 0" descr="extracted/page0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723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74320" y="6565392"/>
            <a:ext cx="11643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Prediction System using ML  |  Minor Project Part-I  |  RP-2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234440"/>
            <a:ext cx="1083564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691640"/>
            <a:ext cx="11064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diagnosis of chronic diseases such as Diabetes, Heart Disease, and Parkinson's is critical for effective treatment, yet it is often delayed due to manual, time-consuming diagnostic procedures and limited access to specialists — especially in resource-constrained settings.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566160"/>
            <a:ext cx="109728" cy="685800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" y="3566160"/>
            <a:ext cx="27432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progression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611880" y="3566160"/>
            <a:ext cx="79552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diseases often show early warning signs detectable from routine clinical data, but go unnoticed.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4343400"/>
            <a:ext cx="109728" cy="685800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" y="4343400"/>
            <a:ext cx="27432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diagnosis limits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3611880" y="4343400"/>
            <a:ext cx="79552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diagnosis is time-consuming, resource-heavy, and prone to human error or delay.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5120640"/>
            <a:ext cx="109728" cy="685800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" y="5120640"/>
            <a:ext cx="27432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opportunity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3611880" y="5120640"/>
            <a:ext cx="79552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can rapidly flag high-risk patients using data that hospitals already collect.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48640" y="5897880"/>
            <a:ext cx="109728" cy="576072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77240" y="5897880"/>
            <a:ext cx="27432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611880" y="5897880"/>
            <a:ext cx="79552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existing tools target a single disease — a unified system reduces the need for multiple separate checks.</a:t>
            </a:r>
            <a:endParaRPr lang="en-US" sz="16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7D693B2-D59E-004E-AAEE-A7C407E32AAE}"/>
              </a:ext>
            </a:extLst>
          </p:cNvPr>
          <p:cNvSpPr/>
          <p:nvPr/>
        </p:nvSpPr>
        <p:spPr>
          <a:xfrm>
            <a:off x="548640" y="2926080"/>
            <a:ext cx="1101852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FF10BC-5ABF-AA27-3166-76FB53934CC5}"/>
              </a:ext>
            </a:extLst>
          </p:cNvPr>
          <p:cNvSpPr txBox="1"/>
          <p:nvPr/>
        </p:nvSpPr>
        <p:spPr>
          <a:xfrm>
            <a:off x="618246" y="2926080"/>
            <a:ext cx="186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F601A856-5550-7C54-1DC9-596C63429AFF}"/>
              </a:ext>
            </a:extLst>
          </p:cNvPr>
          <p:cNvSpPr/>
          <p:nvPr/>
        </p:nvSpPr>
        <p:spPr>
          <a:xfrm>
            <a:off x="548640" y="1223243"/>
            <a:ext cx="11064240" cy="365760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E6F575-63E5-FB05-7D4C-304C20C2BC46}"/>
              </a:ext>
            </a:extLst>
          </p:cNvPr>
          <p:cNvSpPr txBox="1"/>
          <p:nvPr/>
        </p:nvSpPr>
        <p:spPr>
          <a:xfrm>
            <a:off x="548640" y="1210701"/>
            <a:ext cx="99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320040"/>
            <a:ext cx="10424160" cy="658368"/>
          </a:xfrm>
          <a:prstGeom prst="rect">
            <a:avLst/>
          </a:prstGeom>
          <a:solidFill>
            <a:srgbClr val="94B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2004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2200" dirty="0"/>
          </a:p>
        </p:txBody>
      </p:sp>
      <p:pic>
        <p:nvPicPr>
          <p:cNvPr id="6" name="Image 0" descr="extracted/page0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723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74320" y="6565392"/>
            <a:ext cx="11643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Prediction System using ML  |  Minor Project Part-I  |  RP-2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234440"/>
            <a:ext cx="10601442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Existing Work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691640"/>
            <a:ext cx="1106424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referenced by the team — “A Comparative Study of Diabetes Prediction Based on Lifestyle Factors” (School of Computer Science &amp; Engineering, California State University) — evaluates ML classifiers on clinical and lifestyle features to predict diabetes risk, informing this project's approach to the Diabetes model.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2880360"/>
            <a:ext cx="534924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880360"/>
            <a:ext cx="5059058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337560"/>
            <a:ext cx="534924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and ensemble classifiers often outperform single linear models on clinical tabular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strongly affects distance-based models such as SVM and KNN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remains a strong, interpretable baseline for medical prediction tasks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72200" y="2880360"/>
            <a:ext cx="544068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72200" y="2880360"/>
            <a:ext cx="544068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/ Gaps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3337560"/>
            <a:ext cx="544068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existing systems address only one disease at a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solutions provide a single, unified multi-disease interface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in medical datasets often lowers recall for positive (at-risk) cases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320040"/>
            <a:ext cx="10424160" cy="658368"/>
          </a:xfrm>
          <a:prstGeom prst="rect">
            <a:avLst/>
          </a:prstGeom>
          <a:solidFill>
            <a:srgbClr val="94B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2004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Plan (13-Week Schedule)</a:t>
            </a:r>
            <a:endParaRPr lang="en-US" sz="2200" dirty="0"/>
          </a:p>
        </p:txBody>
      </p:sp>
      <p:pic>
        <p:nvPicPr>
          <p:cNvPr id="6" name="Image 0" descr="extracted/page0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723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74320" y="6565392"/>
            <a:ext cx="11643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Prediction System using ML  |  Minor Project Part-I  |  RP-2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587993"/>
              </p:ext>
            </p:extLst>
          </p:nvPr>
        </p:nvGraphicFramePr>
        <p:xfrm>
          <a:off x="548640" y="1152150"/>
          <a:ext cx="11064240" cy="52395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(21–25 Jul)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understanding, objective definition &amp; dataset exploration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(27 Jul–1 Aug)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analysis, 13-week flow chart, problem identification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(3–8 Aug)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 &amp; ML algorithm research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(10–15 Aug)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representation &amp; visualization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(17–22 Aug)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algorithm selection per disease (SVM / Logistic Regression / Decision Tree)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(24–29 Aug)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 &amp; model training — Diabetes (SVM)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training — Heart Disease (Logistic Regression)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B8860B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kumimoji="0" 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118074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training — Parkinson's (SVM / Decision Tree)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8F98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kumimoji="0" 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Cross-validation &amp; preliminary comparison across all trained algorithms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A8F98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kumimoji="0" 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350574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evaluation &amp; cross-algorithm comparison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rgbClr val="8A8F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/ UI integration of all three models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A8F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&amp; validation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A8F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report writing &amp; presentation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A8F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320040"/>
            <a:ext cx="10424160" cy="658368"/>
          </a:xfrm>
          <a:prstGeom prst="rect">
            <a:avLst/>
          </a:prstGeom>
          <a:solidFill>
            <a:srgbClr val="94B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2004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Contribution</a:t>
            </a:r>
            <a:endParaRPr lang="en-US" sz="2200" dirty="0"/>
          </a:p>
        </p:txBody>
      </p:sp>
      <p:pic>
        <p:nvPicPr>
          <p:cNvPr id="6" name="Image 0" descr="extracted/page0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723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74320" y="6565392"/>
            <a:ext cx="11643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Prediction System using ML  |  Minor Project Part-I  |  RP-2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141036"/>
              </p:ext>
            </p:extLst>
          </p:nvPr>
        </p:nvGraphicFramePr>
        <p:xfrm>
          <a:off x="550506" y="1463040"/>
          <a:ext cx="11062374" cy="2743200"/>
        </p:xfrm>
        <a:graphic>
          <a:graphicData uri="http://schemas.openxmlformats.org/drawingml/2006/table">
            <a:tbl>
              <a:tblPr/>
              <a:tblGrid>
                <a:gridCol w="2649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 No.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Vijay Kumar Rajak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241B286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sourcing &amp; collection; developing  the Diabetes prediction model using SVM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Piyush Vishwakarma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241B177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visualization; developing the Parkinson's prediction model using Decision Tree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Lakshya Asati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241B134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representation; developing the Heart Disease prediction model using Logistic Regression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members jointly contribute to requirement analysis, research, and documentation each week, in addition to the individual model-development roles above.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320040"/>
            <a:ext cx="10424160" cy="658368"/>
          </a:xfrm>
          <a:prstGeom prst="rect">
            <a:avLst/>
          </a:prstGeom>
          <a:solidFill>
            <a:srgbClr val="94B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2004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Done So Far — Dataset Details</a:t>
            </a:r>
            <a:endParaRPr lang="en-US" sz="2200" dirty="0"/>
          </a:p>
        </p:txBody>
      </p:sp>
      <p:pic>
        <p:nvPicPr>
          <p:cNvPr id="6" name="Image 0" descr="extracted/page0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723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74320" y="6565392"/>
            <a:ext cx="11643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Prediction System using ML  |  Minor Project Part-I  |  RP-2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493656"/>
              </p:ext>
            </p:extLst>
          </p:nvPr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— Pima Indians Diabetes Database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 records, 9 attributes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Glucose, BMI, Blood Pressure, Insulin, Age, Pregnancies, etc.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Disease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 ML Repository — Heart Disease Dataset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cholesterol, resting BP, max heart rate, chest pain type, etc.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Parkinson's Disease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 ML Repository — Parkinson's Dataset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Biomedical voice/frequency measurements (jitter, shimmer, HNR, etc.)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datasets — Diabetes, Heart Disease and Parkinson's — are now fully collected, and each has been used to train its respective baseline model (SVM, Logistic Regression, and SVM / Decision Tree). Evaluation and cross-algorithm comparison are underway in the next phase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320040"/>
            <a:ext cx="10424160" cy="658368"/>
          </a:xfrm>
          <a:prstGeom prst="rect">
            <a:avLst/>
          </a:prstGeom>
          <a:solidFill>
            <a:srgbClr val="94B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2004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2200" dirty="0"/>
          </a:p>
        </p:txBody>
      </p:sp>
      <p:pic>
        <p:nvPicPr>
          <p:cNvPr id="6" name="Image 0" descr="extracted/page0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723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74320" y="6565392"/>
            <a:ext cx="11643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Prediction System using ML  |  Minor Project Part-I  |  RP-2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84632" y="1947672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1E3A5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4632" y="1947672"/>
            <a:ext cx="1417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883664" y="2459736"/>
            <a:ext cx="237744" cy="164592"/>
          </a:xfrm>
          <a:prstGeom prst="rightArrow">
            <a:avLst/>
          </a:prstGeom>
          <a:solidFill>
            <a:srgbClr val="8A8F98"/>
          </a:solidFill>
          <a:ln/>
        </p:spPr>
      </p:sp>
      <p:sp>
        <p:nvSpPr>
          <p:cNvPr id="12" name="Shape 9"/>
          <p:cNvSpPr/>
          <p:nvPr/>
        </p:nvSpPr>
        <p:spPr>
          <a:xfrm>
            <a:off x="2103120" y="1947672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DD804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103120" y="1947672"/>
            <a:ext cx="1417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502152" y="2459736"/>
            <a:ext cx="237744" cy="164592"/>
          </a:xfrm>
          <a:prstGeom prst="rightArrow">
            <a:avLst/>
          </a:prstGeom>
          <a:solidFill>
            <a:srgbClr val="8A8F98"/>
          </a:solidFill>
          <a:ln/>
        </p:spPr>
      </p:sp>
      <p:sp>
        <p:nvSpPr>
          <p:cNvPr id="15" name="Shape 12"/>
          <p:cNvSpPr/>
          <p:nvPr/>
        </p:nvSpPr>
        <p:spPr>
          <a:xfrm>
            <a:off x="3721608" y="1947672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1E3A5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721608" y="1947672"/>
            <a:ext cx="1417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120640" y="2459736"/>
            <a:ext cx="237744" cy="164592"/>
          </a:xfrm>
          <a:prstGeom prst="rightArrow">
            <a:avLst/>
          </a:prstGeom>
          <a:solidFill>
            <a:srgbClr val="8A8F98"/>
          </a:solidFill>
          <a:ln/>
        </p:spPr>
      </p:sp>
      <p:sp>
        <p:nvSpPr>
          <p:cNvPr id="18" name="Shape 15"/>
          <p:cNvSpPr/>
          <p:nvPr/>
        </p:nvSpPr>
        <p:spPr>
          <a:xfrm>
            <a:off x="5340096" y="1947672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DD804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340096" y="1947672"/>
            <a:ext cx="1417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739128" y="2459736"/>
            <a:ext cx="237744" cy="164592"/>
          </a:xfrm>
          <a:prstGeom prst="rightArrow">
            <a:avLst/>
          </a:prstGeom>
          <a:solidFill>
            <a:srgbClr val="8A8F98"/>
          </a:solidFill>
          <a:ln/>
        </p:spPr>
      </p:sp>
      <p:sp>
        <p:nvSpPr>
          <p:cNvPr id="21" name="Shape 18"/>
          <p:cNvSpPr/>
          <p:nvPr/>
        </p:nvSpPr>
        <p:spPr>
          <a:xfrm>
            <a:off x="6958584" y="1947672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1E3A5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958584" y="1947672"/>
            <a:ext cx="1417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(SVM / LR / DT)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357616" y="2459736"/>
            <a:ext cx="237744" cy="164592"/>
          </a:xfrm>
          <a:prstGeom prst="rightArrow">
            <a:avLst/>
          </a:prstGeom>
          <a:solidFill>
            <a:srgbClr val="8A8F98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1947672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DD804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577072" y="1947672"/>
            <a:ext cx="1417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976104" y="2459736"/>
            <a:ext cx="237744" cy="164592"/>
          </a:xfrm>
          <a:prstGeom prst="rightArrow">
            <a:avLst/>
          </a:prstGeom>
          <a:solidFill>
            <a:srgbClr val="8A8F98"/>
          </a:solidFill>
          <a:ln/>
        </p:spPr>
      </p:sp>
      <p:sp>
        <p:nvSpPr>
          <p:cNvPr id="27" name="Shape 24"/>
          <p:cNvSpPr/>
          <p:nvPr/>
        </p:nvSpPr>
        <p:spPr>
          <a:xfrm>
            <a:off x="10195560" y="1947672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1E3A5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0195560" y="1947672"/>
            <a:ext cx="1417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Risk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Description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patient health data is collected per disease from the sources listed in Dataset Details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are handled and features are standardized (mean 0, std 1) prior to modeling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split 80/20 into training and test sets, stratified by outcome class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algorithm(s) per disease are trained: SVM (Diabetes), Logistic Regression (Heart Disease), SVM / Decision Tree (Parkinson's)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evaluated using accuracy, F1-score and cross-validation before being exposed through the prediction system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320040"/>
            <a:ext cx="10424160" cy="658368"/>
          </a:xfrm>
          <a:prstGeom prst="rect">
            <a:avLst/>
          </a:prstGeom>
          <a:solidFill>
            <a:srgbClr val="94B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2004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 Summary</a:t>
            </a:r>
            <a:endParaRPr lang="en-US" sz="2200" dirty="0"/>
          </a:p>
        </p:txBody>
      </p:sp>
      <p:pic>
        <p:nvPicPr>
          <p:cNvPr id="6" name="Image 0" descr="extracted/page0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723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74320" y="6565392"/>
            <a:ext cx="11643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Prediction System using ML  |  Minor Project Part-I  |  RP-2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3611880" cy="2743200"/>
          </a:xfrm>
          <a:prstGeom prst="rect">
            <a:avLst/>
          </a:prstGeom>
          <a:solidFill>
            <a:srgbClr val="F6F8F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554480"/>
            <a:ext cx="361188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1554480"/>
            <a:ext cx="33375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— SVM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1520" y="2240280"/>
            <a:ext cx="201168" cy="201168"/>
          </a:xfrm>
          <a:prstGeom prst="ellipse">
            <a:avLst/>
          </a:prstGeom>
          <a:solidFill>
            <a:srgbClr val="1E7A3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51560" y="2194560"/>
            <a:ext cx="2971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built &amp; evaluated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2606040"/>
            <a:ext cx="324612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 test accuracy (RBF kernel); tuning for recall in progress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343400" y="1554480"/>
            <a:ext cx="3611880" cy="2743200"/>
          </a:xfrm>
          <a:prstGeom prst="rect">
            <a:avLst/>
          </a:prstGeom>
          <a:solidFill>
            <a:srgbClr val="F6F8F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43400" y="1554480"/>
            <a:ext cx="361188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80560" y="1554480"/>
            <a:ext cx="33375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— Logistic Regression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526280" y="2240280"/>
            <a:ext cx="201168" cy="201168"/>
          </a:xfrm>
          <a:prstGeom prst="ellipse">
            <a:avLst/>
          </a:prstGeom>
          <a:solidFill>
            <a:srgbClr val="1E7A3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846320" y="2194560"/>
            <a:ext cx="2971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built &amp; evaluated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526280" y="2606040"/>
            <a:ext cx="324612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trained; evaluation in progress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138160" y="1554480"/>
            <a:ext cx="3611880" cy="2743200"/>
          </a:xfrm>
          <a:prstGeom prst="rect">
            <a:avLst/>
          </a:prstGeom>
          <a:solidFill>
            <a:srgbClr val="F6F8F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38160" y="1554480"/>
            <a:ext cx="361188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75320" y="1554480"/>
            <a:ext cx="33375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Parkinson's — SVM / Decision Tree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321040" y="2240280"/>
            <a:ext cx="201168" cy="201168"/>
          </a:xfrm>
          <a:prstGeom prst="ellipse">
            <a:avLst/>
          </a:prstGeom>
          <a:solidFill>
            <a:srgbClr val="1E7A3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41080" y="2194560"/>
            <a:ext cx="2971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built &amp; evaluated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321040" y="2606040"/>
            <a:ext cx="324612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trained; evaluation in progress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Progress (Weeks 1–9 of 13)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6/ 13 weeks completed — all three disease models trained; on track per supervisor-approved schedule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320040"/>
            <a:ext cx="10424160" cy="658368"/>
          </a:xfrm>
          <a:prstGeom prst="rect">
            <a:avLst/>
          </a:prstGeom>
          <a:solidFill>
            <a:srgbClr val="94B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2004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To Be Done</a:t>
            </a:r>
            <a:endParaRPr lang="en-US" sz="2200" dirty="0"/>
          </a:p>
        </p:txBody>
      </p:sp>
      <p:pic>
        <p:nvPicPr>
          <p:cNvPr id="6" name="Image 0" descr="extracted/page0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723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74320" y="6565392"/>
            <a:ext cx="11643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Prediction System using ML  |  Minor Project Part-I  |  RP-2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0080" y="1650200"/>
            <a:ext cx="320040" cy="3200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165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1604480"/>
            <a:ext cx="10424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and cross-validation across all three models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0080" y="2900200"/>
            <a:ext cx="320040" cy="3200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" y="29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2854480"/>
            <a:ext cx="10424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Diabetes model recall on the positive (diabetic) class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40080" y="4150200"/>
            <a:ext cx="320040" cy="3200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0080" y="415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4104480"/>
            <a:ext cx="10424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all three trained models into a single, unified prediction system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40080" y="5400200"/>
            <a:ext cx="320040" cy="3200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0080" y="54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" y="5354480"/>
            <a:ext cx="10424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testing, validation and final report / presentation preparation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320040"/>
            <a:ext cx="10424160" cy="658368"/>
          </a:xfrm>
          <a:prstGeom prst="rect">
            <a:avLst/>
          </a:prstGeom>
          <a:solidFill>
            <a:srgbClr val="94B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2004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200" dirty="0"/>
          </a:p>
        </p:txBody>
      </p:sp>
      <p:pic>
        <p:nvPicPr>
          <p:cNvPr id="6" name="Image 0" descr="extracted/page0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723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74320" y="6565392"/>
            <a:ext cx="11643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Prediction System using ML  |  Minor Project Part-I  |  RP-2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Progress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874520"/>
            <a:ext cx="1106424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first six weeks, the project scope was defined, datasets were explored, and the ML algorithm best suited to each disease was finalized — SVM for Diabetes, Logistic Regression for Heart Disease, and SVM / Decision Tree for Parkinson's. Baseline models for all three diseases have now been trained; model evaluation and cross-algorithm comparison are underway in the next phase.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566160"/>
            <a:ext cx="1106424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3566160"/>
            <a:ext cx="1106424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069080"/>
            <a:ext cx="110642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Multi-Disease Prediction System that uses trained ML models to assess risk for Diabetes, Heart Disease, and Parkinson's Disease from patient health data — supporting faster, more accessible preliminary screening and preventive healthcare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320040"/>
            <a:ext cx="10424160" cy="658368"/>
          </a:xfrm>
          <a:prstGeom prst="rect">
            <a:avLst/>
          </a:prstGeom>
          <a:solidFill>
            <a:srgbClr val="94B6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2004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200" dirty="0"/>
          </a:p>
        </p:txBody>
      </p:sp>
      <p:pic>
        <p:nvPicPr>
          <p:cNvPr id="6" name="Image 0" descr="extracted/page0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723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74320" y="6565392"/>
            <a:ext cx="11643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Prediction System using ML  |  Minor Project Part-I  |  RP-2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284732"/>
            <a:ext cx="5029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1469898"/>
            <a:ext cx="10515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Cortes and V. Vapnik, “Support-vector networks,” Machine Learning, vol. 20, no. 3, pp. 273–297, 1995. </a:t>
            </a:r>
            <a:r>
              <a:rPr lang="en-US" sz="16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file"/>
              </a:rPr>
              <a:t>Click Here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2034540"/>
            <a:ext cx="5029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2231136"/>
            <a:ext cx="10515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Kaggle, “Pima Indians Diabetes Database,” [Online]. Available: 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https://www.kaggle.com/datasets/uciml/pima-indians-diabetes-database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2784348"/>
            <a:ext cx="5029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2916936"/>
            <a:ext cx="10515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Janosi, W. Steinbrunn, M. Pfisterer, and R. Detrano, “Heart Disease,” UCI Machine Learning Repository, 1989. [Online]. Available: </a:t>
            </a:r>
            <a:r>
              <a:rPr lang="en-US" sz="1600" dirty="0">
                <a:hlinkClick r:id="rId6"/>
              </a:rPr>
              <a:t>https://archive.ics.uci.edu/dataset/45/heart+disease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3534156"/>
            <a:ext cx="5029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82040" y="3717036"/>
            <a:ext cx="10515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Little, “Parkinsons,” UCI Machine Learning Repository, 2007. [Online]. Available: 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https://archive.ics.uci.edu/dataset/174/parkinsons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4283964"/>
            <a:ext cx="5029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" y="4466844"/>
            <a:ext cx="10515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Engineering, California State University, “A Comparative Study of Diabetes Prediction Based on Lifestyle Factors” 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file"/>
              </a:rPr>
              <a:t>Click Here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5033772"/>
            <a:ext cx="5029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051560" y="5202936"/>
            <a:ext cx="10515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Dua and C. Graff, “UCI Machine Learning Repository,” University of California, Irvine, School of Information and Computer Sciences, 2019. [Online]. Available: 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/>
              </a:rPr>
              <a:t>http://archive.ics.uci.edu/ml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pattFill prst="narHorz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01FC66F-2224-42EC-30EF-4BDDC9F51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 2">
            <a:extLst>
              <a:ext uri="{FF2B5EF4-FFF2-40B4-BE49-F238E27FC236}">
                <a16:creationId xmlns:a16="http://schemas.microsoft.com/office/drawing/2014/main" id="{9836EE41-421F-8E52-70B1-0A4A2490DB42}"/>
              </a:ext>
            </a:extLst>
          </p:cNvPr>
          <p:cNvSpPr txBox="1"/>
          <p:nvPr/>
        </p:nvSpPr>
        <p:spPr>
          <a:xfrm>
            <a:off x="107003" y="1681911"/>
            <a:ext cx="1439694" cy="740275"/>
          </a:xfrm>
          <a:prstGeom prst="rect">
            <a:avLst/>
          </a:prstGeom>
          <a:solidFill>
            <a:srgbClr val="DD80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7F573703-8BE1-4120-9877-C24035037F0F}"/>
              </a:ext>
            </a:extLst>
          </p:cNvPr>
          <p:cNvSpPr/>
          <p:nvPr/>
        </p:nvSpPr>
        <p:spPr>
          <a:xfrm>
            <a:off x="1600198" y="1538864"/>
            <a:ext cx="10591802" cy="1026367"/>
          </a:xfrm>
          <a:prstGeom prst="rect">
            <a:avLst/>
          </a:prstGeom>
          <a:solidFill>
            <a:srgbClr val="94B6D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extracted/page0_img0.png">
            <a:extLst>
              <a:ext uri="{FF2B5EF4-FFF2-40B4-BE49-F238E27FC236}">
                <a16:creationId xmlns:a16="http://schemas.microsoft.com/office/drawing/2014/main" id="{82BCB1FD-D062-1017-9E3C-967698F5F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836" y="1"/>
            <a:ext cx="1939834" cy="15395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</TotalTime>
  <Words>1525</Words>
  <Application>Microsoft Office PowerPoint</Application>
  <PresentationFormat>Widescreen</PresentationFormat>
  <Paragraphs>216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Lakshya Asati</cp:lastModifiedBy>
  <cp:revision>2</cp:revision>
  <dcterms:created xsi:type="dcterms:W3CDTF">2026-09-01T18:08:39Z</dcterms:created>
  <dcterms:modified xsi:type="dcterms:W3CDTF">2026-09-11T11:36:19Z</dcterms:modified>
</cp:coreProperties>
</file>